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7498079" y="475488"/>
            <a:ext cx="2743200" cy="5961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1645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  <a:latin typeface="Microsoft YaHei"/>
              </a:rPr>
              <a:t>课程项目汇报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6035040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Microsoft YaHei"/>
              </a:rPr>
              <a:t>SmartRead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755648"/>
            <a:ext cx="630936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Microsoft YaHei"/>
              </a:rPr>
              <a:t>面向学习文本的移动端智能阅读助手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A03 组｜林立洲 121072021030｜江轩宇 121052023075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Android / Kotlin / Jetpack Compose / LiteRT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福建师范大学 2023 级软件工程 2 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315968"/>
            <a:ext cx="5394960" cy="1005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项目目标：在 Android 端完成文本阅读分析、端侧句子重要性评分、问答复习和历史回看。</a:t>
            </a:r>
          </a:p>
          <a:p>
            <a:pPr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汇报重点：应用价值、功能完整度、LiteRT 集成、工程实现和团队协作。</a:t>
            </a:r>
          </a:p>
        </p:txBody>
      </p:sp>
      <p:pic>
        <p:nvPicPr>
          <p:cNvPr id="9" name="Picture 8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3" y="530352"/>
            <a:ext cx="263347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ounded Rectangle 19"/>
          <p:cNvSpPr/>
          <p:nvPr/>
        </p:nvSpPr>
        <p:spPr>
          <a:xfrm>
            <a:off x="7953245" y="1728216"/>
            <a:ext cx="3067310" cy="4818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选题背景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学生阅读资料时，最耗时间的不是打开文章，而是整理重点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2082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阅读材料长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2082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教材片段、课堂资料和技术文章信息密度高，第一次阅读很难快速抓住主线。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84378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8094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整理过程散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98094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摘要、关键词、复习点通常分散在笔记里，回看时需要重新梳理。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80390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移动端高频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94106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手机是学生最容易随手使用的设备，适合承载轻量阅读辅助流程。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919472"/>
            <a:ext cx="6080760" cy="841248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设计取向：不做泛泛的聊天工具，而是聚焦“课程资料阅读”这一高频小场景。</a:t>
            </a:r>
          </a:p>
          <a:p>
            <a:pPr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V1.0 的价值在于把阅读、理解和复习整理放进一个移动端闭环。</a:t>
            </a:r>
          </a:p>
        </p:txBody>
      </p:sp>
      <p:pic>
        <p:nvPicPr>
          <p:cNvPr id="19" name="Picture 18" descr="text_inpu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09" y="1783080"/>
            <a:ext cx="295758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8037576" y="1985446"/>
            <a:ext cx="2990088" cy="4304427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把“读文章、抓重点、问问题、做复习”串成一个闭环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2697480" cy="135331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输入文本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手动粘贴或选择示例文本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1920240"/>
            <a:ext cx="2697480" cy="13533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智能分析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摘要、关键词、分点摘要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767328"/>
            <a:ext cx="2697480" cy="1353312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9616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端侧评分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LiteRT 输出句子重要性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3767328"/>
            <a:ext cx="2697480" cy="135331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4487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复习回看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Agent、卡片、复习题、历史记录</a:t>
            </a:r>
          </a:p>
        </p:txBody>
      </p:sp>
      <p:pic>
        <p:nvPicPr>
          <p:cNvPr id="25" name="Picture 24" descr="summa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40310"/>
            <a:ext cx="2880360" cy="41946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/>
        </p:nvSpPr>
        <p:spPr>
          <a:xfrm>
            <a:off x="8037576" y="1901553"/>
            <a:ext cx="2990088" cy="447221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V1.0 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功能不是孤立堆叠，而是围绕阅读学习流程组织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文本输入、示例文本、字符统计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一句话总结、关键词、分点摘要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端侧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LiteRT 句子重要性分析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7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问答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7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本地规则型阅读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复习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知识卡片、复习题、参考答案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7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回看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5887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历史记录保存、恢复、清空</a:t>
            </a:r>
          </a:p>
        </p:txBody>
      </p:sp>
      <p:pic>
        <p:nvPicPr>
          <p:cNvPr id="27" name="Picture 26" descr="ent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956417"/>
            <a:ext cx="2880360" cy="43624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核心界面展示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从首页到学习材料，主要页面已经形成完整操作路径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16" y="1993392"/>
            <a:ext cx="2305526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首页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mmary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83" y="1993392"/>
            <a:ext cx="295107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摘要结果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Android 本地分析为主，模型文件随 APK 集成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UI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Jetpack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首页、结果页、Agent、知识卡片、历史记录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分析层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TextAnalyzer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摘要、关键词、分点摘要、句子切分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智能层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LocalReadingAgent + LiteRT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问答意图识别、端侧句子重要性评分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HistoryRepository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SharedPreferences 保存最近 12 条分析记录</a:t>
            </a:r>
          </a:p>
        </p:txBody>
      </p:sp>
      <p:pic>
        <p:nvPicPr>
          <p:cNvPr id="25" name="Picture 24" descr="SmartReadAgent_模块关系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7946136" y="1962143"/>
            <a:ext cx="3081528" cy="43510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端侧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LiteRT 端侧句子重要性分析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移动机器学习部分落实到模型文件、端侧推理和界面展示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文本句子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002535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切分文章前若干句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24911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7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5 维特征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852927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长度、关键词、位置、标点、提示词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75303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03319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.tflite 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3703319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assets 集成并本地推理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25695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553711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重要性等级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4553711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分数转为高/中/低展示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6692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Microsoft YaHei"/>
              </a:rPr>
              <a:t>Text → Feature Vector → LiteRT Interpreter → Score / Level</a:t>
            </a:r>
          </a:p>
        </p:txBody>
      </p:sp>
      <p:pic>
        <p:nvPicPr>
          <p:cNvPr id="22" name="Picture 21" descr="liter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17007"/>
            <a:ext cx="2971800" cy="42413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1" name="Rounded Rectangle 20"/>
          <ns0:cNvSpPr/>
          <ns0:nvPr/>
        </ns0:nvSpPr>
        <ns0:spPr>
          <ns1:xfrm>
            <ns1:off x="7946136" y="1839520"/>
            <ns1:ext cx="3081528" cy="4596280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08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问答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Agent 问答设计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围绕当前文章分析结果回答，强调稳定、可解释、可复现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0195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87552" y="205740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输入来源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267712" y="205740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当前文章摘要、关键词、分点摘要、复习题和知识卡片。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49808" y="299923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87552" y="315468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意图识别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267712" y="315468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区分概括、关键词、复习重点、复习题、卡片提示等问题类型。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49808" y="409651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87552" y="425196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回答方式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267712" y="425196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使用本地规则组织答案，不依赖外部大模型接口。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49808" y="5321808"/>
            <ns1:ext cx="5989320" cy="566928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87552" y="5468112"/>
            <ns1:ext cx="5440680" cy="21945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047857"/>
                </ns1:solidFill>
                <ns1:latin typeface="Microsoft YaHei"/>
              </ns1:rPr>
              <ns1:t>Agent 定位：围绕当前文章内容提供阅读问答，不扩展为泛聊天工具。</ns1:t>
            </ns1:r>
          </ns1:p>
        </ns0:txBody>
      </ns0:sp>
      <ns0:pic>
        <ns0:nvPicPr>
          <ns0:cNvPr id="20" name="Picture 19" descr="agen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01000" y="1894384"/>
            <ns1:ext cx="2971800" cy="4486552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学习材料生成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把阅读结果转化为可复习的卡片和题目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nowledg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057" y="1993392"/>
            <a:ext cx="2912243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知识卡片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iz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498" y="1993392"/>
            <a:ext cx="291224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复习题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数据对象与本地存储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分析结果、问答消息、学习材料和历史记录都有明确结构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ArticleAnalysis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主分析结果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原文、摘要、关键词、分点摘要、句子重要性列表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ChatMessage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问答消息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角色、内容、时间戳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KnowledgeCard / QuizQuestion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复习材料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卡片标题、内容、题目、参考答案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HistoryRecord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历史记录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标题、预览、保存时间、原文和摘要信息</a:t>
            </a:r>
          </a:p>
        </p:txBody>
      </p:sp>
      <p:pic>
        <p:nvPicPr>
          <p:cNvPr id="25" name="Picture 24" descr="SmartReadAgent_对象模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2" name="Rounded Rectangle 21"/>
          <ns0:cNvSpPr/>
          <ns0:nvPr/>
        </ns0:nvSpPr>
        <ns0:spPr>
          <ns1:xfrm>
            <ns1:off x="7351776" y="1942300"/>
            <ns1:ext cx="2624328" cy="3942661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11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工程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工程实现与版本收口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从代码、模型、APK 到文档材料形成可复查交付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13232" y="1874519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41832" y="2029967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Android 工程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395728" y="2029967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Kotlin + Compose，入口为 MainActivity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13232" y="2761487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41832" y="2916935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模型文件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395728" y="2916935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sentence_importance_model.tflite 集成到 assets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13232" y="3648455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41832" y="3803903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APK 产物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395728" y="3803903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SmartReadAgent-v1.0-debug.apk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13232" y="4535423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41832" y="4690871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文档材料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2395728" y="4690871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README、项目说明、详细设计说明书、功能说明</ns1:t>
            </ns1:r>
          </ns1:p>
        </ns0:txBody>
      </ns0:sp>
      <ns0:pic>
        <ns0:nvPicPr>
          <ns0:cNvPr id="21" name="Picture 20" descr="history_lis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406640" y="1997164"/>
            <ns1:ext cx="2514600" cy="3832933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迭代过程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 MVP 到 V1.0，每个阶段都保留可运行成果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3063240"/>
            <a:ext cx="10104120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立项与仓库初始化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8608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文本输入与摘要 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Agent、知识卡片、复习题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LiteRT 端侧模型集成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历史记录与体验完善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668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APK、测试、文档与汇报材料收口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709160"/>
            <a:ext cx="9966960" cy="86868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047857"/>
                </a:solidFill>
                <a:latin typeface="Microsoft YaHei"/>
              </a:defRPr>
            </a:pPr>
            <a:r>
              <a:t>迭代策略：每个阶段先保证可运行，再补充测试截图、版本记录和提交材料。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小组分工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双人协作完成开发、测试、演示和材料整理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林立洲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项目方案、Android 核心开发、本地摘要、Agent、LiteRT 集成、版本管理、文档与汇报材料。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江轩宇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需求反馈、安卓真机体验、功能流程验证、UI 使用建议、文档校对和手机端操作配合。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709160"/>
            <a:ext cx="8183879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1E40AF"/>
                </a:solidFill>
                <a:latin typeface="Microsoft YaHei"/>
              </a:defRPr>
            </a:pPr>
            <a:r>
              <a:t>协作方式：开发、真机体验、文档校对和演示操作分开推进，最终统一到 V1.0 交付材料。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7488936" y="2018294"/>
            <a:ext cx="2578608" cy="38729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测试与运行结果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以主要流程可安装、可运行、可复现作为 V1.0 验收标准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399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功能覆盖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057399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摘要、关键词、分点摘要、LiteRT、Agent、知识卡片、复习题、历史记录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990087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72967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运行验证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172967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模拟器回归验证，安卓真机完成体验反馈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105655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5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交付状态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288535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源码、模型、APK、截图、设计说明书和汇报材料已归档</a:t>
            </a:r>
          </a:p>
        </p:txBody>
      </p:sp>
      <p:pic>
        <p:nvPicPr>
          <p:cNvPr id="18" name="Picture 17" descr="histo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073158"/>
            <a:ext cx="2468880" cy="3763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15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总结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总结与后续优化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已完成课程项目闭环，同时保留可继续扩展的方向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20240"/>
            <ns1:ext cx="5257800" cy="2834640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1024128" y="2194560"/>
            <ns1:ext cx="429768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047857"/>
                </ns1:solidFill>
                <ns1:latin typeface="Microsoft YaHei"/>
              </ns1:rPr>
              <ns1:t>已经完成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1024128" y="2697480"/>
            <ns1:ext cx="4434840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Android 端可运行 App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形成阅读分析、端侧 AI、问答复习、历史回看的闭环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LiteRT 模型集成、APK 构建和材料归档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6400800" y="1920240"/>
            <ns1:ext cx="4800600" cy="2834640"/>
          </ns1:xfrm>
          <ns1:prstGeom prst="roundRect">
            <ns1:avLst/>
          </ns1:prstGeom>
          <ns1:solidFill>
            <ns1:srgbClr val="FFFBEB"/>
          </ns1:solidFill>
          <ns1:ln w="15240">
            <ns1:solidFill>
              <ns1:srgbClr val="FCD34D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6675120" y="2194560"/>
            <ns1:ext cx="393192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D97706"/>
                </ns1:solidFill>
                <ns1:latin typeface="Microsoft YaHei"/>
              </ns1:rPr>
              <ns1:t>后续方向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6675120" y="2697480"/>
            <ns1:ext cx="3977639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扩大训练数据并改进句子重要性模型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历史记录迁移到 Room 数据库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增加 OCR 导入和可选云端增强能力</ns1:t>
            </ns1:r>
          </ns1:p>
        </ns0:txBody>
      </ns0:sp>
      <ns0:sp>
        <ns0:nvSpPr>
          <ns0:cNvPr id="15" name="TextBox 14"/>
          <ns0:cNvSpPr txBox="1"/>
          <ns0:nvPr/>
        </ns0:nvSpPr>
        <ns0:spPr>
          <ns1:xfrm>
            <ns1:off x="1828800" y="5349240"/>
            <ns1:ext cx="8595360" cy="4572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ctr"/>
            <ns1:r>
              <ns1:rPr sz="2000" b="1">
                <ns1:solidFill>
                  <ns1:srgbClr val="0F172A"/>
                </ns1:solidFill>
                <ns1:latin typeface="Microsoft YaHei"/>
              </ns1:rPr>
              <ns1:t>SmartRead Agent V1.0 已形成可安装、可运行、可复查的课程项目交付。</ns1:t>
            </ns1:r>
          </ns1:p>
        </ns0:txBody>
      </ns0:sp>
    </ns0:spTree>
  </ns0:cSld>
  <ns0:clrMapOvr>
    <ns1:masterClrMapping/>
  </ns0:clrMapOvr>
</ns0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914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57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4E7499"/>
                </a:solidFill>
              </a:rPr>
              <a:t>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102412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111827"/>
                </a:solidFill>
              </a:rPr>
              <a:t>谢谢老师和同学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10241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3B82F6"/>
                </a:solidFill>
              </a:rPr>
              <a:t>SmartRead Agent V1.0｜A03 组 林立洲 / 江轩宇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移动端阅读分析闭环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文本输入、摘要、关键词、学习材料与历史记录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LiteRT 端侧推理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模型随 APK 集成，在 Android 端完成句子重要性评分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3063240"/>
            <a:ext cx="3246120" cy="11430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46304"/>
          <a:lstStyle/>
          <a:p>
            <a:pPr algn="ctr"/>
            <a:r>
              <a:rPr sz="1500" b="1">
                <a:solidFill>
                  <a:srgbClr val="1E40AF"/>
                </a:solidFill>
              </a:rPr>
              <a:t>本地阅读 Agent</a:t>
            </a:r>
          </a:p>
          <a:p>
            <a:pPr algn="ctr"/>
            <a:r>
              <a:rPr sz="1100">
                <a:solidFill>
                  <a:srgbClr val="374151"/>
                </a:solidFill>
              </a:rPr>
              <a:t>围绕当前文章内容提供稳定、可解释的阅读问答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00600"/>
            <a:ext cx="8503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11827"/>
                </a:solidFill>
              </a:rPr>
              <a:t>接下来播放 App 运行视频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</a:rPr>
              <a:t>福建师范大学 2023 级软件工程 2 班｜软件项目研发实践（3）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
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563EB"/>
                </a:solidFill>
                <a:latin typeface="Microsoft YaHei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827"/>
                </a:solidFill>
                <a:latin typeface="Microsoft YaHei"/>
              </a:rPr>
              <a:t>SmartRead Agent：AI 智读助手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115568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第4组 / Android Kotlin 移动端 AI 阅读辅助应用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课程：软件项目研发实践（3）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演示时间：2026-07-01 9:50-10:05，计网大楼 202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成员：林立洲（汇报、开发、文档），江轩宇（演示、测试、反馈）</a:t>
            </a:r>
          </a:p>
        </p:txBody>
      </p:sp>
      <p:pic>
        <p:nvPicPr>
          <p:cNvPr id="6" name="Picture 5" descr="V1.0首页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6997" y="1417320"/>
            <a:ext cx="2242566" cy="4983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Microsoft YaHei"/>
              </a:rPr>
              <a:t>SmartRead Agent V1.0 期末演示稳定版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563EB"/>
                </a:solidFill>
                <a:latin typeface="Microsoft YaHe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827"/>
                </a:solidFill>
                <a:latin typeface="Microsoft YaHei"/>
              </a:rPr>
              <a:t>项目背景：学生长文本阅读成本高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115568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从课堂资料、教材片段、技术文章中快速抓重点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课程学习中常见资料篇幅长，手工整理摘要和复习点耗时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手机端场景适合做轻量、随手可用的阅读辅助工具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目标不是替代学习，而是降低第一遍理解和复习整理成本</a:t>
            </a:r>
          </a:p>
        </p:txBody>
      </p:sp>
      <p:pic>
        <p:nvPicPr>
          <p:cNvPr id="6" name="Picture 5" descr="V1.0首页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6997" y="1417320"/>
            <a:ext cx="2242566" cy="4983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Microsoft YaHei"/>
              </a:rPr>
              <a:t>SmartRead Agent V1.0 期末演示稳定版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563EB"/>
                </a:solidFill>
                <a:latin typeface="Microsoft YaHe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827"/>
                </a:solidFill>
                <a:latin typeface="Microsoft YaHei"/>
              </a:rPr>
              <a:t>项目目标：形成阅读分析闭环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115568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输入文本 -&gt; 智能分析 -&gt; 问答复习 -&gt; 历史恢复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支持文本输入和示例文本，方便现场稳定演示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生成一句话总结、关键词和分点摘要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接入 LiteRT 端侧句子重要性分析，突出移动机器学习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提供 Agent 问答、知识卡片、复习题和历史记录</a:t>
            </a:r>
          </a:p>
        </p:txBody>
      </p:sp>
      <p:pic>
        <p:nvPicPr>
          <p:cNvPr id="6" name="Picture 5" descr="V1.0摘要结果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6997" y="1417320"/>
            <a:ext cx="2242566" cy="4983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Microsoft YaHei"/>
              </a:rPr>
              <a:t>SmartRead Agent V1.0 期末演示稳定版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563EB"/>
                </a:solidFill>
                <a:latin typeface="Microsoft YaHe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827"/>
                </a:solidFill>
                <a:latin typeface="Microsoft YaHei"/>
              </a:rPr>
              <a:t>功能总览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115568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围绕阅读、理解、复习三类动作组织功能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阅读：示例文本、手动输入、摘要结果展示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理解：关键词、分点摘要、LiteRT 句子重要性评分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复习：Agent 问答、知识卡片、复习题生成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回看：本地历史记录保存、恢复和清空</a:t>
            </a:r>
          </a:p>
        </p:txBody>
      </p:sp>
      <p:pic>
        <p:nvPicPr>
          <p:cNvPr id="6" name="Picture 5" descr="V1.0操作入口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6997" y="1417320"/>
            <a:ext cx="2242566" cy="4983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Microsoft YaHei"/>
              </a:rPr>
              <a:t>SmartRead Agent V1.0 期末演示稳定版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563EB"/>
                </a:solidFill>
                <a:latin typeface="Microsoft YaHe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827"/>
                </a:solidFill>
                <a:latin typeface="Microsoft YaHei"/>
              </a:rPr>
              <a:t>技术架构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115568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Android 本地完成主要分析流程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Android/Kotlin + Jetpack Compose 构建移动端界面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TextAnalyzer 完成本地摘要、关键词和分点摘要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LocalReadingAgent 作为本地规则型阅读 Agent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SentenceImportanceClassifier 加载 assets 中的 .tflite 模型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SharedPreferences + JSON 保存最近 12 条历史记录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737360"/>
            <a:ext cx="1463040" cy="502920"/>
          </a:xfrm>
          <a:prstGeom prst="rect">
            <a:avLst/>
          </a:prstGeom>
          <a:solidFill>
            <a:srgbClr val="DBEAFE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文本输入</a:t>
            </a:r>
          </a:p>
        </p:txBody>
      </p:sp>
      <p:sp>
        <p:nvSpPr>
          <p:cNvPr id="7" name="Rectangle 6"/>
          <p:cNvSpPr/>
          <p:nvPr/>
        </p:nvSpPr>
        <p:spPr>
          <a:xfrm>
            <a:off x="8275320" y="1737360"/>
            <a:ext cx="1463040" cy="502920"/>
          </a:xfrm>
          <a:prstGeom prst="rect">
            <a:avLst/>
          </a:prstGeom>
          <a:solidFill>
            <a:srgbClr val="DBEAFE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TextAnalyzer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9840" y="1737360"/>
            <a:ext cx="1463040" cy="502920"/>
          </a:xfrm>
          <a:prstGeom prst="rect">
            <a:avLst/>
          </a:prstGeom>
          <a:solidFill>
            <a:srgbClr val="DBEAFE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LiteRT模型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3246120"/>
            <a:ext cx="1463040" cy="502920"/>
          </a:xfrm>
          <a:prstGeom prst="rect">
            <a:avLst/>
          </a:prstGeom>
          <a:solidFill>
            <a:srgbClr val="DBEAFE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本地Agent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89720" y="3246120"/>
            <a:ext cx="1463040" cy="502920"/>
          </a:xfrm>
          <a:prstGeom prst="rect">
            <a:avLst/>
          </a:prstGeom>
          <a:solidFill>
            <a:srgbClr val="DBEAFE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历史记录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75320" y="4709160"/>
            <a:ext cx="1463040" cy="502920"/>
          </a:xfrm>
          <a:prstGeom prst="rect">
            <a:avLst/>
          </a:prstGeom>
          <a:solidFill>
            <a:srgbClr val="DBEAFE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E40AF"/>
                </a:solidFill>
                <a:latin typeface="Microsoft YaHei"/>
              </a:defRPr>
            </a:pPr>
            <a:r>
              <a:t>Compose界面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5486400"/>
            <a:ext cx="4937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核心链路：输入 -&gt; 分析 -&gt; 端侧模型 -&gt; 问答复习 -&gt; 保存回看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Microsoft YaHei"/>
              </a:rPr>
              <a:t>SmartRead Agent V1.0 期末演示稳定版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563EB"/>
                </a:solidFill>
                <a:latin typeface="Microsoft YaHe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827"/>
                </a:solidFill>
                <a:latin typeface="Microsoft YaHei"/>
              </a:rPr>
              <a:t>机器学习整合：LiteRT 端侧分析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115568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评分表中机器学习整合占 40%，这里是重点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模型任务：判断句子在当前文章中的重要程度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输入 5 维特征：长度、关键词重合、位置、标点、提示词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模型结构：Input(5) -&gt; Dense(8) -&gt; Dense(4) -&gt; Dense(1)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.tflite 文件放入 Android assets，推理不依赖网络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模型加载失败时使用规则评分兜底，保证现场演示稳定</a:t>
            </a:r>
          </a:p>
        </p:txBody>
      </p:sp>
      <p:pic>
        <p:nvPicPr>
          <p:cNvPr id="6" name="Picture 5" descr="V1.0LiteRT端侧分析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6997" y="1417320"/>
            <a:ext cx="2242566" cy="4983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Microsoft YaHei"/>
              </a:rPr>
              <a:t>SmartRead Agent V1.0 期末演示稳定版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563EB"/>
                </a:solidFill>
                <a:latin typeface="Microsoft YaHei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827"/>
                </a:solidFill>
                <a:latin typeface="Microsoft YaHei"/>
              </a:rPr>
              <a:t>Agent 问答：本地规则型阅读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115568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当前版本没有调用 GPT API，也没有依赖云端大模型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Agent 基于当前文章的摘要、关键词、分点摘要和复习题规则回答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通过问题意图识别区分概括、关键词、复习重点、复习题和知识卡片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优点是离线可用、稳定、可解释，适合课程现场演示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后续可把云端大模型作为增强能力，而不是当前版本依赖项</a:t>
            </a:r>
          </a:p>
        </p:txBody>
      </p:sp>
      <p:pic>
        <p:nvPicPr>
          <p:cNvPr id="6" name="Picture 5" descr="V1.0Agent问答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6997" y="1417320"/>
            <a:ext cx="2242566" cy="4983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Microsoft YaHei"/>
              </a:rPr>
              <a:t>SmartRead Agent V1.0 期末演示稳定版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563EB"/>
                </a:solidFill>
                <a:latin typeface="Microsoft YaHei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827"/>
                </a:solidFill>
                <a:latin typeface="Microsoft YaHei"/>
              </a:rPr>
              <a:t>现场 App 演示流程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115568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江轩宇负责手机操作，林立洲同步说明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打开 App，点击示例文本，执行开始智能分析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展示摘要、关键词、分点摘要和 LiteRT 端侧评分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进入 Agent 问答页，点击快捷问题并展示回答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进入知识卡片页，展示知识卡片和复习题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进入历史记录页，恢复一次历史分析后回到首页</a:t>
            </a:r>
          </a:p>
        </p:txBody>
      </p:sp>
      <p:pic>
        <p:nvPicPr>
          <p:cNvPr id="6" name="Picture 5" descr="V1.0Agent快捷问题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6997" y="1417320"/>
            <a:ext cx="2242566" cy="4983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Microsoft YaHei"/>
              </a:rPr>
              <a:t>SmartRead Agent V1.0 期末演示稳定版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563EB"/>
                </a:solidFill>
                <a:latin typeface="Microsoft YaHei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827"/>
                </a:solidFill>
                <a:latin typeface="Microsoft YaHei"/>
              </a:rPr>
              <a:t>项目迭代过程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115568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从 MVP 到 V1.0 演示稳定版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v0.1：立项、目录、Git/Gitee/GitHub 初始化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v0.2：文本输入、示例文本、本地摘要 MVP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v0.3：Agent 问答、知识卡片、复习题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v0.4：LiteRT 端侧模型集成与分析展示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v0.5-v1.0：历史记录、真机体验、APK 和演示材料收口</a:t>
            </a:r>
          </a:p>
        </p:txBody>
      </p:sp>
      <p:pic>
        <p:nvPicPr>
          <p:cNvPr id="6" name="Picture 5" descr="V1.0历史记录页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6997" y="1417320"/>
            <a:ext cx="2242566" cy="4983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Microsoft YaHei"/>
              </a:rPr>
              <a:t>SmartRead Agent V1.0 期末演示稳定版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563EB"/>
                </a:solidFill>
                <a:latin typeface="Microsoft YaHei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827"/>
                </a:solidFill>
                <a:latin typeface="Microsoft YaHei"/>
              </a:rPr>
              <a:t>团队协作与分工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115568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按真实参与情况说明，不夸大代码贡献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林立洲：选题方案、Android 核心功能、Agent、LiteRT、版本管理和材料整理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江轩宇：需求反馈、真机安装、功能体验测试、UI 建议、文档校对和现场操作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使用 Gitee/GitHub 记录版本迭代，使用 QQ 和项目管理平台保留过程证据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演示中林立洲主讲，江轩宇配合操作，答辩由林立洲主答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Microsoft YaHei"/>
              </a:rPr>
              <a:t>SmartRead Agent V1.0 期末演示稳定版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563EB"/>
                </a:solidFill>
                <a:latin typeface="Microsoft YaHei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827"/>
                </a:solidFill>
                <a:latin typeface="Microsoft YaHei"/>
              </a:rPr>
              <a:t>测试与运行结果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115568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以能安装、能运行、能演示为 V1.0 收口标准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完成模拟器测试：摘要、LiteRT、Agent、知识卡片、历史记录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生成课程演示用 debug APK：SmartReadAgent-v1.0-debug.apk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完成安卓真机体验反馈，确认主要流程可进入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当前暂无阻塞性 Bug，后续优化集中在模型效果和存储结构</a:t>
            </a:r>
          </a:p>
        </p:txBody>
      </p:sp>
      <p:pic>
        <p:nvPicPr>
          <p:cNvPr id="6" name="Picture 5" descr="V1.0首页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6997" y="1417320"/>
            <a:ext cx="2242566" cy="4983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Microsoft YaHei"/>
              </a:rPr>
              <a:t>SmartRead Agent V1.0 期末演示稳定版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563EB"/>
                </a:solidFill>
                <a:latin typeface="Microsoft YaHei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827"/>
                </a:solidFill>
                <a:latin typeface="Microsoft YaHei"/>
              </a:rPr>
              <a:t>项目亮点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115568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对照评分项突出应用价值和机器学习整合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场景真实：面向学生阅读教材、课堂资料和技术文章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功能闭环：摘要、问答、卡片、复习题、历史记录形成学习流程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移动机器学习：LiteRT 模型集成到 Android 端侧执行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演示稳定：不依赖网络和云端 API，课堂环境可控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过程完整：版本、截图、测试、APK、文档材料均已归档</a:t>
            </a:r>
          </a:p>
        </p:txBody>
      </p:sp>
      <p:pic>
        <p:nvPicPr>
          <p:cNvPr id="6" name="Picture 5" descr="V1.0知识卡片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6997" y="1417320"/>
            <a:ext cx="2242566" cy="4983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Microsoft YaHei"/>
              </a:rPr>
              <a:t>SmartRead Agent V1.0 期末演示稳定版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563EB"/>
                </a:solidFill>
                <a:latin typeface="Microsoft YaHei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827"/>
                </a:solidFill>
                <a:latin typeface="Microsoft YaHei"/>
              </a:rPr>
              <a:t>不足与后续优化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115568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客观说明边界，不虚构未实现功能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摘要和 Agent 当前偏轻量，主要依赖本地规则和当前文章分析结果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LiteRT 模型规模较小，适合课程演示，准确率仍可提升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历史记录当前使用 SharedPreferences，后续可迁移到 Room 数据库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后续可增加 OCR、正式签名 release 包、云端大模型增强能力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Microsoft YaHei"/>
              </a:rPr>
              <a:t>SmartRead Agent V1.0 期末演示稳定版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563EB"/>
                </a:solidFill>
                <a:latin typeface="Microsoft YaHei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827"/>
                </a:solidFill>
                <a:latin typeface="Microsoft YaHei"/>
              </a:rPr>
              <a:t>谢谢观看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115568"/>
            <a:ext cx="10241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4B5563"/>
                </a:solidFill>
                <a:latin typeface="Microsoft YaHei"/>
              </a:rPr>
              <a:t>SmartRead Agent V1.0 期末演示稳定版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GitHub/Gitee：用于源码、版本和 Release 材料展示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APK：课程演示用 debug APK，不作为商业发布版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详细设计说明书：电子版和纸质版 2026-07-10 前提交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icrosoft YaHei"/>
              </a:defRPr>
            </a:pPr>
            <a:r>
              <a:t>欢迎老师和同学提问</a:t>
            </a:r>
          </a:p>
        </p:txBody>
      </p:sp>
      <p:pic>
        <p:nvPicPr>
          <p:cNvPr id="6" name="Picture 5" descr="V1.0首页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6997" y="1417320"/>
            <a:ext cx="2242566" cy="4983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Microsoft YaHei"/>
              </a:rPr>
              <a:t>SmartRead Agent V1.0 期末演示稳定版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